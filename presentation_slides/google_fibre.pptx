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462915" y="604520"/>
            <a:ext cx="8957310" cy="132207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sz="4000" b="1">
                <a:solidFill>
                  <a:schemeClr val="bg1"/>
                </a:solidFill>
              </a:rPr>
              <a:t>Optimizing Customer Support: Reducing Repeat Call Volume</a:t>
            </a:r>
            <a:endParaRPr sz="4000" b="1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62915" y="2207260"/>
            <a:ext cx="752284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solidFill>
                  <a:schemeClr val="bg1"/>
                </a:solidFill>
              </a:rPr>
              <a:t>A Data-Driven Analysis of Internet &amp; WiFi Support Trends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62915" y="357409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 b="1">
                <a:solidFill>
                  <a:schemeClr val="bg1"/>
                </a:solidFill>
              </a:rPr>
              <a:t>Presented by: Hamza Jawad</a:t>
            </a:r>
            <a:endParaRPr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Goal: Reduce Call Volume &amp; Improve Customer Satisfaction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06900"/>
          </a:xfrm>
        </p:spPr>
        <p:txBody>
          <a:bodyPr/>
          <a:p>
            <a:pPr>
              <a:buFont typeface="Arial" panose="020B0604020202020204" pitchFamily="34" charset="0"/>
              <a:buChar char="•"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The Problem: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High repeat call rates are driving up operational costs and lowering customer trust.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The Objective: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Pinpoint exactly which support topics and markets are causing customers to call back.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sz="4000" b="1">
                <a:latin typeface="Times New Roman" panose="02020603050405020304" charset="0"/>
                <a:cs typeface="Times New Roman" panose="02020603050405020304" charset="0"/>
              </a:rPr>
              <a:t>Process: Categorizing the "Why" Behind the Calls</a:t>
            </a:r>
            <a:endParaRPr lang="en-US" alt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Tech Stack: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SQL (Cleaning &amp; Querying), Tableau (Visualization).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Data Mapping: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Mapped raw "Problem Type" codes to actual business categories (e.g., Internet Support, Account Management).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Analysis: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Filtered logs to isolate repeat interactions—specifically calls occurring within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7 days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of the initial contact.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Most Repeat Calls Occur Within 24-48 Hours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655"/>
          </a:xfrm>
        </p:spPr>
        <p:txBody>
          <a:bodyPr>
            <a:normAutofit fontScale="90000" lnSpcReduction="10000"/>
          </a:bodyPr>
          <a:p>
            <a:r>
              <a:rPr lang="en-US" altLang="en-US"/>
              <a:t>The highest volume of repeat calls happens just </a:t>
            </a:r>
            <a:r>
              <a:rPr lang="en-US" altLang="en-US" b="1"/>
              <a:t>1 or 2 days</a:t>
            </a:r>
            <a:r>
              <a:rPr lang="en-US" altLang="en-US"/>
              <a:t> after the initial contact.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Issues are not being </a:t>
            </a:r>
            <a:r>
              <a:rPr lang="en-US" altLang="en-US" b="1"/>
              <a:t>"Fixed Right the First Time"</a:t>
            </a:r>
            <a:r>
              <a:rPr lang="en-US" altLang="en-US"/>
              <a:t>, forcing customers to call back immediately.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Solving the root cause on the first call would eliminate the massive bar on the left</a:t>
            </a:r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4745" y="1826260"/>
            <a:ext cx="5977890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Internet &amp; WiFi" Issues Drive ~50% of Repeat Volume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655"/>
          </a:xfrm>
        </p:spPr>
        <p:txBody>
          <a:bodyPr>
            <a:normAutofit fontScale="80000"/>
          </a:bodyPr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Internet &amp; WiFi generates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10,253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repeat calls, dwarfing all other categories.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Technical issues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result in 2x more repeat calls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than Technician Troubleshooting and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4x more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than Account Management.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problem is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primarily technical/hardware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related, not administrative.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660" y="1963420"/>
            <a:ext cx="6022340" cy="3799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Market_1 Struggles with "Monday Surges"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655"/>
          </a:xfrm>
        </p:spPr>
        <p:txBody>
          <a:bodyPr>
            <a:normAutofit fontScale="90000" lnSpcReduction="10000"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Market_1 sees a massive spike of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2,249 calls on Mondays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, likely due to outages or issues accumulating over the weekend.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Market_2 remains stable and low, suggesting better infrastructure or weekend coverage.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Market_1 requires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immediate operational support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handle early-week volume.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360" y="2834005"/>
            <a:ext cx="6390640" cy="2496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Summary: Technical Failures in Market 1 Are the Core Issue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Root Cause identified: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The data proves this is a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Product/Hardware issue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, not a personnel issue. "Internet &amp; WiFi" instability is driving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50%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of the volume.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Operational Bottleneck: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Market_1 is disproportionately affecting company-wide metrics, specifically struggling to recover from weekend backlogs on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Mondays.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Resolution Gap: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high volume of callbacks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within 24 hours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indicates that current troubleshooting scripts are providing temporary relief, not permanent fixes.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Recommendations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 b="1"/>
              <a:t>Target "Internet &amp; WiFi": </a:t>
            </a:r>
            <a:r>
              <a:rPr lang="en-US" altLang="en-US"/>
              <a:t>Audit the routers and equipment provided to customers. The high volume suggests widespread hardware or connectivity failures, not just user error.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Staffing Adjustment: </a:t>
            </a:r>
            <a:r>
              <a:rPr lang="en-US" altLang="en-US"/>
              <a:t>Deploy "</a:t>
            </a:r>
            <a:r>
              <a:rPr lang="en-US" altLang="en-US" b="1"/>
              <a:t>Swarm Teams</a:t>
            </a:r>
            <a:r>
              <a:rPr lang="en-US" altLang="en-US"/>
              <a:t>" (extra tech support) to Market_1 on Mondays to tackle the backlog.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Training Focus: </a:t>
            </a:r>
            <a:r>
              <a:rPr lang="en-US" altLang="en-US"/>
              <a:t>Shift training resources away from Account Management (low volume) and toward Advanced WiFi Troubleshooting (high volume).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2651</Words>
  <Application>WPS Presentation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Wingdings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Tech Mehal</dc:creator>
  <cp:lastModifiedBy>Tech Mehal</cp:lastModifiedBy>
  <cp:revision>3</cp:revision>
  <dcterms:created xsi:type="dcterms:W3CDTF">2025-07-23T00:59:00Z</dcterms:created>
  <dcterms:modified xsi:type="dcterms:W3CDTF">2025-12-20T15:51:00Z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D5CF3BD988AB466BB321BF9111DB8200_11</vt:lpwstr>
  </property>
  <property fmtid="{D5CDD505-2E9C-101B-9397-08002B2CF9AE}" pid="3" name="KSOProductBuildVer">
    <vt:lpwstr>1033-12.2.0.23155</vt:lpwstr>
  </property>
</Properties>
</file>